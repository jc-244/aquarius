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41339907198-e08756dedf3f" ContentType="image/photo-1541339907198-e08756dedf3f"/>
  <Default Extension="photo-1496442226666-8d4d0e57fe0c" ContentType="image/photo-1496442226666-8d4d0e57fe0c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_MASTER">
    <p:bg>
      <p:bgPr>
        <a:solidFill>
          <a:srgbClr val="12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12700">
            <a:solidFill>
              <a:srgbClr val="2A2F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纽约双雄：Columbia vs NYU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531352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Presentation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_RIGHT">
    <p:bg>
      <p:bgPr>
        <a:solidFill>
          <a:srgbClr val="12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4572000" cy="0"/>
          </a:xfrm>
          <a:prstGeom prst="line">
            <a:avLst/>
          </a:prstGeom>
          <a:noFill/>
          <a:ln w="12700">
            <a:solidFill>
              <a:srgbClr val="2A2F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vs NYU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hoto-1541339907198-e08756dedf3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hoto-1496442226666-8d4d0e57fe0c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94457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双城记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哥伦比亚大学 vs 纽约大学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371600" y="43891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一场关乎学术、城市与梦想的巅峰演讲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85313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在世界之都，两所顶尖学府代表着两种截然不同的生活与教育哲学。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0"/>
            <a:ext cx="8531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序言：曼哈顿的双子星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演讲目录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515600" cy="2926080"/>
          </a:xfrm>
          <a:prstGeom prst="rect">
            <a:avLst/>
          </a:prstGeom>
          <a:solidFill>
            <a:srgbClr val="1A1D29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92608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</a:rPr>
              <a:t>01. 哥伦比亚大学：古典与底蕴</a:t>
            </a:r>
            <a:endParaRPr lang="en-US" sz="26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</a:rPr>
              <a:t>02. 纽约大学：精神与先锋</a:t>
            </a:r>
            <a:endParaRPr lang="en-US" sz="26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</a:rPr>
              <a:t>03. 核心维度对比</a:t>
            </a:r>
            <a:endParaRPr lang="en-US" sz="26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</a:rPr>
              <a:t>04. 决策与指引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Columbia University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晨边高地的古典王冠</a:t>
            </a:r>
            <a:endParaRPr lang="en-US" sz="4400" dirty="0"/>
          </a:p>
        </p:txBody>
      </p:sp>
      <p:pic>
        <p:nvPicPr>
          <p:cNvPr id="4" name="Image 0" descr="https://images.unsplash.com/photo-1541339907198-e08756dedf3f?w=160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9904" y="0"/>
            <a:ext cx="60990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常春藤的百年积淀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515600" cy="2926080"/>
          </a:xfrm>
          <a:prstGeom prst="rect">
            <a:avLst/>
          </a:prstGeom>
          <a:solidFill>
            <a:srgbClr val="1A1D29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92608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成立于1754年，纽约历史最悠久的高等学府。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庄重、严谨、精英主义的代名词，培养了无数政界与学术界领袖。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古典校园美学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515600" cy="2926080"/>
          </a:xfrm>
          <a:prstGeom prst="rect">
            <a:avLst/>
          </a:prstGeom>
          <a:solidFill>
            <a:srgbClr val="1A1D29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92608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拥有纽约市区罕见的传统封闭式校园。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以洛氏图书馆为中心的新古典主义建筑群，在喧嚣中保留静谧。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核心课程的灵魂所在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515600" cy="2926080"/>
          </a:xfrm>
          <a:prstGeom prst="rect">
            <a:avLst/>
          </a:prstGeom>
          <a:solidFill>
            <a:srgbClr val="1A1D29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92608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Core Curriculum 是博雅教育的灵魂。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每位本科生必读《荷马史诗》、苏格拉底，探讨最深刻的西方哲学。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无可争议的王者学科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515600" cy="2926080"/>
          </a:xfrm>
          <a:prstGeom prst="rect">
            <a:avLst/>
          </a:prstGeom>
          <a:solidFill>
            <a:srgbClr val="1A1D29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92608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</a:rPr>
              <a:t>新闻学（普利策奖诞生地）</a:t>
            </a:r>
            <a:endParaRPr lang="en-US" sz="26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</a:rPr>
              <a:t>法学与商学（华尔街的黄埔军校）</a:t>
            </a:r>
            <a:endParaRPr lang="en-US" sz="26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</a:rPr>
              <a:t>国际关系（联合国的智库后花园）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哥大人物画像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515600" cy="2926080"/>
          </a:xfrm>
          <a:prstGeom prst="rect">
            <a:avLst/>
          </a:prstGeom>
          <a:solidFill>
            <a:srgbClr val="1A1D29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92608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老派学者、政界先锋、学术极客。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向内探索，深挖经典，气质沉稳。是象牙塔里最骄傲的学者。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York University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格林威治村的无界先锋</a:t>
            </a:r>
            <a:endParaRPr lang="en-US" sz="4400" dirty="0"/>
          </a:p>
        </p:txBody>
      </p:sp>
      <p:pic>
        <p:nvPicPr>
          <p:cNvPr id="4" name="Image 0" descr="https://images.unsplash.com/photo-1496442226666-8d4d0e57fe0c?w=160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9904" y="0"/>
            <a:ext cx="60990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以城市为名的大学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515600" cy="2926080"/>
          </a:xfrm>
          <a:prstGeom prst="rect">
            <a:avLst/>
          </a:prstGeom>
          <a:solidFill>
            <a:srgbClr val="1A1D29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92608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成立于1831年，全美最大的私立大学之一。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务实、包容、充满颠覆性的创新精神。拥抱时代浪潮。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没有围墙的无界校园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515600" cy="2926080"/>
          </a:xfrm>
          <a:prstGeom prst="rect">
            <a:avLst/>
          </a:prstGeom>
          <a:solidFill>
            <a:srgbClr val="1A1D29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92608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“整个纽约就是我们的校园”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没有大门，没有边界，教室隐于街道，与曼哈顿的脉搏同频共振。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多元活力的格林威治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515600" cy="2926080"/>
          </a:xfrm>
          <a:prstGeom prst="rect">
            <a:avLst/>
          </a:prstGeom>
          <a:solidFill>
            <a:srgbClr val="1A1D29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92608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以华盛顿广场公园为绝对核心。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这里聚集着艺术家、创业者、街头艺人，生机勃勃地野蛮生长。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行业的极致跳板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515600" cy="2926080"/>
          </a:xfrm>
          <a:prstGeom prst="rect">
            <a:avLst/>
          </a:prstGeom>
          <a:solidFill>
            <a:srgbClr val="1A1D29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92608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</a:rPr>
              <a:t>帝势艺术学院 (Tisch)：奥斯卡导演与艺术大咖的摇篮</a:t>
            </a:r>
            <a:endParaRPr lang="en-US" sz="26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</a:rPr>
              <a:t>斯特恩商学院 (Stern)：直通华尔街顶尖投行的金融快车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纽大人物画像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515600" cy="2926080"/>
          </a:xfrm>
          <a:prstGeom prst="rect">
            <a:avLst/>
          </a:prstGeom>
          <a:solidFill>
            <a:srgbClr val="1A1D29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92608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实干家、梦想家、艺术先锋。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不甘于纸上谈兵，向外破局，在节奏最快的城市中敏锐捕捉一切机遇。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终极碰撞：我们该如何抉择？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89904" y="0"/>
            <a:ext cx="6099048" cy="6858000"/>
          </a:xfrm>
          <a:prstGeom prst="rect">
            <a:avLst/>
          </a:prstGeom>
          <a:solidFill>
            <a:srgbClr val="1A1D29"/>
          </a:solidFill>
          <a:ln/>
        </p:spPr>
      </p:sp>
      <p:sp>
        <p:nvSpPr>
          <p:cNvPr id="5" name="Text 3"/>
          <p:cNvSpPr/>
          <p:nvPr/>
        </p:nvSpPr>
        <p:spPr>
          <a:xfrm>
            <a:off x="6089904" y="3200400"/>
            <a:ext cx="6099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视觉影像区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地理与生活方式的对峙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515600" cy="2926080"/>
          </a:xfrm>
          <a:prstGeom prst="rect">
            <a:avLst/>
          </a:prstGeom>
          <a:solidFill>
            <a:srgbClr val="1A1D29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92608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哥大（上西区）：静谧、学术、安全、传统、阶级感。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纽大（下城）：喧嚣、繁华、前卫、不夜城、烟火气。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教育哲学与路径的殊途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515600" cy="2926080"/>
          </a:xfrm>
          <a:prstGeom prst="rect">
            <a:avLst/>
          </a:prstGeom>
          <a:solidFill>
            <a:srgbClr val="1A1D29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92608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哥大：向内探索，传承历史与理论，培养具有厚重历史观的思想领袖。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纽大：向外破局，拥抱前沿与实践，培养解决现实问题的行动派。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哪所学校真正适合你？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515600" cy="2926080"/>
          </a:xfrm>
          <a:prstGeom prst="rect">
            <a:avLst/>
          </a:prstGeom>
          <a:solidFill>
            <a:srgbClr val="1A1D29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92608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如果你有一颗老灵魂，向往常春藤的古典光环，选哥大。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如果你充满野心，想第一时间握住时代的脉搏，选纽大。</a:t>
            </a:r>
            <a:endParaRPr lang="en-US"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85313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纽约，总能容纳你所有的野心与梦想。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选择不同的学校，就是选择在纽约体验生活的一万种方式中，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最适合你的那一种。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0"/>
            <a:ext cx="8531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结语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2026-03-12T11:03:27Z</dcterms:created>
  <dcterms:modified xsi:type="dcterms:W3CDTF">2026-03-12T11:03:28Z</dcterms:modified>
</cp:coreProperties>
</file>