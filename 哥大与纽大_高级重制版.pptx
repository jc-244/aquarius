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哥伦比亚大学 vs 纽约大学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极简美学版学术研究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双城记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哥伦比亚大学 vs 纽约大学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0" y="3200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121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在世界的中心，曼哈顿孕育了两所顶尖的高等学府。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Columbia University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晨边高地的古典王冠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303520" cy="3840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011680"/>
            <a:ext cx="91440" cy="3840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校园与氛围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标志性的封闭式传统校园 (Campus-based)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壮丽的新古典主义建筑，保留一块静谧之地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严谨庄重的常春藤学术圣地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03520" cy="3840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011680"/>
            <a:ext cx="91440" cy="3840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学术与核心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招牌 Core Curriculum，必读西方经典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强势领域：新闻学、法学、商科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适合人群：喜欢严谨学究氛围的精英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70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York University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格林威治村的无界先锋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303520" cy="3840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011680"/>
            <a:ext cx="91440" cy="384048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校园与精神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完全的开放式校园 (City-based university)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以华盛顿广场为中心，融入曼哈顿繁忙街区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自由、多元、极具创造力的街头氛围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03520" cy="3840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011680"/>
            <a:ext cx="91440" cy="384048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学术与态度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极强职业导向，毗邻华尔街与百老汇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强势领域：帝势艺术学院、斯特恩商学院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适合人群：崇尚实用的都市弄潮儿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纽约，总能容纳你所有的野心与梦想。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选择不同的学校，就是选择在纽约体验生活的一万种方式中，最适合你的那一种。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2026-03-12T10:56:48Z</dcterms:created>
  <dcterms:modified xsi:type="dcterms:W3CDTF">2026-03-12T10:56:48Z</dcterms:modified>
</cp:coreProperties>
</file>